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32" d="100"/>
          <a:sy n="32" d="100"/>
        </p:scale>
        <p:origin x="1104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FFFFFF"/>
                </a:solidFill>
              </a:defRPr>
            </a:pPr>
            <a:r>
              <a:t>PromoPilot</a:t>
            </a:r>
          </a:p>
          <a:p>
            <a:pPr>
              <a:defRPr sz="2800">
                <a:solidFill>
                  <a:srgbClr val="B4F0E6"/>
                </a:solidFill>
              </a:defRPr>
            </a:pPr>
            <a:r>
              <a:t>Autonomous Promotion Planner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Sense → Reason → Constrain → Simulate → Recommend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PromoPilot  |  AI Hackathon Prototype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1F38"/>
                </a:solidFill>
              </a:defRPr>
            </a:pPr>
            <a:r>
              <a:t>The retail promotion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9737D"/>
                </a:solidFill>
              </a:defRPr>
            </a:pPr>
            <a:r>
              <a:t>A promotion is a constrained optimization problem, not just a discount decision.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62D38"/>
                </a:solidFill>
              </a:defRPr>
            </a:pPr>
            <a:r>
              <a:t>Inputs are fragmented: inventory, price, cost/margin, customer segments, holidays and competitor signals.</a:t>
            </a:r>
          </a:p>
          <a:p>
            <a:pPr>
              <a:spcAft>
                <a:spcPts val="1200"/>
              </a:spcAft>
              <a:defRPr sz="1900">
                <a:solidFill>
                  <a:srgbClr val="262D38"/>
                </a:solidFill>
              </a:defRPr>
            </a:pPr>
            <a:r>
              <a:t>Business teams must balance revenue, profit, inventory clearance and customer relevance.</a:t>
            </a:r>
          </a:p>
          <a:p>
            <a:pPr>
              <a:spcAft>
                <a:spcPts val="1200"/>
              </a:spcAft>
              <a:defRPr sz="1900">
                <a:solidFill>
                  <a:srgbClr val="262D38"/>
                </a:solidFill>
              </a:defRPr>
            </a:pPr>
            <a:r>
              <a:t>A good plan must also respect hard constraints such as minimum margin and marketing budget.</a:t>
            </a:r>
          </a:p>
          <a:p>
            <a:pPr>
              <a:spcAft>
                <a:spcPts val="1200"/>
              </a:spcAft>
              <a:defRPr sz="1900">
                <a:solidFill>
                  <a:srgbClr val="262D38"/>
                </a:solidFill>
              </a:defRPr>
            </a:pPr>
            <a:r>
              <a:t>The hackathon asks for an agentic planner that can infer inputs, make decisions and adapt as constraints change.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PromoPilot  |  AI Hackathon Prototype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1F38"/>
                </a:solidFill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9737D"/>
                </a:solidFill>
              </a:defRPr>
            </a:pPr>
            <a:r>
              <a:t>PromoPilot turns raw retail data into an explainable promotion portfolio.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20116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084831"/>
            <a:ext cx="17373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88"/>
                </a:solidFill>
              </a:defRPr>
            </a:pPr>
            <a:r>
              <a:t>1</a:t>
            </a:r>
          </a:p>
          <a:p>
            <a:pPr>
              <a:defRPr sz="1600" b="1">
                <a:solidFill>
                  <a:srgbClr val="131F38"/>
                </a:solidFill>
              </a:defRPr>
            </a:pPr>
            <a:r>
              <a:t>SENSE</a:t>
            </a:r>
          </a:p>
          <a:p>
            <a:pPr>
              <a:defRPr sz="1100">
                <a:solidFill>
                  <a:srgbClr val="69737D"/>
                </a:solidFill>
              </a:defRPr>
            </a:pPr>
            <a:r>
              <a:t>Validate + infer context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79" y="1920240"/>
            <a:ext cx="20116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63239" y="2084831"/>
            <a:ext cx="17373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88"/>
                </a:solidFill>
              </a:defRPr>
            </a:pPr>
            <a:r>
              <a:t>2</a:t>
            </a:r>
          </a:p>
          <a:p>
            <a:pPr>
              <a:defRPr sz="1600" b="1">
                <a:solidFill>
                  <a:srgbClr val="131F38"/>
                </a:solidFill>
              </a:defRPr>
            </a:pPr>
            <a:r>
              <a:t>REASON</a:t>
            </a:r>
          </a:p>
          <a:p>
            <a:pPr>
              <a:defRPr sz="1100">
                <a:solidFill>
                  <a:srgbClr val="69737D"/>
                </a:solidFill>
              </a:defRPr>
            </a:pPr>
            <a:r>
              <a:t>Generate candidate strategies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7800" y="1920240"/>
            <a:ext cx="20116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94960" y="2084831"/>
            <a:ext cx="17373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88"/>
                </a:solidFill>
              </a:defRPr>
            </a:pPr>
            <a:r>
              <a:t>3</a:t>
            </a:r>
          </a:p>
          <a:p>
            <a:pPr>
              <a:defRPr sz="1600" b="1">
                <a:solidFill>
                  <a:srgbClr val="131F38"/>
                </a:solidFill>
              </a:defRPr>
            </a:pPr>
            <a:r>
              <a:t>CONSTRAIN</a:t>
            </a:r>
          </a:p>
          <a:p>
            <a:pPr>
              <a:defRPr sz="1100">
                <a:solidFill>
                  <a:srgbClr val="69737D"/>
                </a:solidFill>
              </a:defRPr>
            </a:pPr>
            <a:r>
              <a:t>Enforce margin + budget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19" y="1920240"/>
            <a:ext cx="20116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26679" y="2084831"/>
            <a:ext cx="17373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88"/>
                </a:solidFill>
              </a:defRPr>
            </a:pPr>
            <a:r>
              <a:t>4</a:t>
            </a:r>
          </a:p>
          <a:p>
            <a:pPr>
              <a:defRPr sz="1600" b="1">
                <a:solidFill>
                  <a:srgbClr val="131F38"/>
                </a:solidFill>
              </a:defRPr>
            </a:pPr>
            <a:r>
              <a:t>SIMULATE</a:t>
            </a:r>
          </a:p>
          <a:p>
            <a:pPr>
              <a:defRPr sz="1100">
                <a:solidFill>
                  <a:srgbClr val="69737D"/>
                </a:solidFill>
              </a:defRPr>
            </a:pPr>
            <a:r>
              <a:t>Test demand scenarios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21240" y="1920240"/>
            <a:ext cx="20116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0" y="2084831"/>
            <a:ext cx="17373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88"/>
                </a:solidFill>
              </a:defRPr>
            </a:pPr>
            <a:r>
              <a:t>5</a:t>
            </a:r>
          </a:p>
          <a:p>
            <a:pPr>
              <a:defRPr sz="1600" b="1">
                <a:solidFill>
                  <a:srgbClr val="131F38"/>
                </a:solidFill>
              </a:defRPr>
            </a:pPr>
            <a:r>
              <a:t>RECOMMEND</a:t>
            </a:r>
          </a:p>
          <a:p>
            <a:pPr>
              <a:defRPr sz="1100">
                <a:solidFill>
                  <a:srgbClr val="69737D"/>
                </a:solidFill>
              </a:defRPr>
            </a:pPr>
            <a:r>
              <a:t>Explain + export 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PromoPilot  |  AI Hackathon Prototype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1F38"/>
                </a:solidFill>
              </a:defRPr>
            </a:pPr>
            <a:r>
              <a:t>Agentic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9737D"/>
                </a:solidFill>
              </a:defRPr>
            </a:pPr>
            <a:r>
              <a:t>Each decision stage is explicit, testable and auditable.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62D38"/>
                </a:solidFill>
              </a:defRPr>
            </a:pPr>
            <a:r>
              <a:t>Input layer: CSV/API data + business brief.</a:t>
            </a:r>
          </a:p>
          <a:p>
            <a:pPr>
              <a:spcAft>
                <a:spcPts val="1200"/>
              </a:spcAft>
              <a:defRPr sz="1700">
                <a:solidFill>
                  <a:srgbClr val="262D38"/>
                </a:solidFill>
              </a:defRPr>
            </a:pPr>
            <a:r>
              <a:t>Sense agent: schema validation, context extraction and confidence.</a:t>
            </a:r>
          </a:p>
          <a:p>
            <a:pPr>
              <a:spcAft>
                <a:spcPts val="1200"/>
              </a:spcAft>
              <a:defRPr sz="1700">
                <a:solidFill>
                  <a:srgbClr val="262D38"/>
                </a:solidFill>
              </a:defRPr>
            </a:pPr>
            <a:r>
              <a:t>Candidate generator: product × discount × duration × audience × mechanism.</a:t>
            </a:r>
          </a:p>
          <a:p>
            <a:pPr>
              <a:spcAft>
                <a:spcPts val="1200"/>
              </a:spcAft>
              <a:defRPr sz="1700">
                <a:solidFill>
                  <a:srgbClr val="262D38"/>
                </a:solidFill>
              </a:defRPr>
            </a:pPr>
            <a:r>
              <a:t>Constraint engine: margin floor, inventory objective and marketing budget.</a:t>
            </a:r>
          </a:p>
          <a:p>
            <a:pPr>
              <a:spcAft>
                <a:spcPts val="1200"/>
              </a:spcAft>
              <a:defRPr sz="1700">
                <a:solidFill>
                  <a:srgbClr val="262D38"/>
                </a:solidFill>
              </a:defRPr>
            </a:pPr>
            <a:r>
              <a:t>Optimizer: selects a portfolio using expected profit and inventory clearance.</a:t>
            </a:r>
          </a:p>
          <a:p>
            <a:pPr>
              <a:spcAft>
                <a:spcPts val="1200"/>
              </a:spcAft>
              <a:defRPr sz="1700">
                <a:solidFill>
                  <a:srgbClr val="262D38"/>
                </a:solidFill>
              </a:defRPr>
            </a:pPr>
            <a:r>
              <a:t>Simulator: demand multiplier enables what-if analysis before launch.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PromoPilot  |  AI Hackathon Prototype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1F38"/>
                </a:solidFill>
              </a:defRPr>
            </a:pPr>
            <a:r>
              <a:t>Live demo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9737D"/>
                </a:solidFill>
              </a:defRPr>
            </a:pPr>
            <a:r>
              <a:t>A 60–90 second product walkthrough inside the 2–4 minute pitch.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62D38"/>
                </a:solidFill>
              </a:defRPr>
            </a:pPr>
            <a:r>
              <a:t>Upload / open sample product data.</a:t>
            </a:r>
          </a:p>
          <a:p>
            <a:pPr>
              <a:spcAft>
                <a:spcPts val="1200"/>
              </a:spcAft>
              <a:defRPr sz="1700">
                <a:solidFill>
                  <a:srgbClr val="262D38"/>
                </a:solidFill>
              </a:defRPr>
            </a:pPr>
            <a:r>
              <a:t>Set ₹10,000 marketing budget and 20% minimum margin.</a:t>
            </a:r>
          </a:p>
          <a:p>
            <a:pPr>
              <a:spcAft>
                <a:spcPts val="1200"/>
              </a:spcAft>
              <a:defRPr sz="1700">
                <a:solidFill>
                  <a:srgbClr val="262D38"/>
                </a:solidFill>
              </a:defRPr>
            </a:pPr>
            <a:r>
              <a:t>Enter: “Diwali festive campaign; prioritize inventory clearance without damaging margin.”</a:t>
            </a:r>
          </a:p>
          <a:p>
            <a:pPr>
              <a:spcAft>
                <a:spcPts val="1200"/>
              </a:spcAft>
              <a:defRPr sz="1700">
                <a:solidFill>
                  <a:srgbClr val="262D38"/>
                </a:solidFill>
              </a:defRPr>
            </a:pPr>
            <a:r>
              <a:t>Click Generate → planner proposes products, discount, duration, audience and mechanism.</a:t>
            </a:r>
          </a:p>
          <a:p>
            <a:pPr>
              <a:spcAft>
                <a:spcPts val="1200"/>
              </a:spcAft>
              <a:defRPr sz="1700">
                <a:solidFill>
                  <a:srgbClr val="262D38"/>
                </a:solidFill>
              </a:defRPr>
            </a:pPr>
            <a:r>
              <a:t>Show decision trace: candidates → hard constraints → portfolio selection.</a:t>
            </a:r>
          </a:p>
          <a:p>
            <a:pPr>
              <a:spcAft>
                <a:spcPts val="1200"/>
              </a:spcAft>
              <a:defRPr sz="1700">
                <a:solidFill>
                  <a:srgbClr val="262D38"/>
                </a:solidFill>
              </a:defRPr>
            </a:pPr>
            <a:r>
              <a:t>Move demand multiplier from 0.8× to 1.2× and show revenue/profit sensitivity.</a:t>
            </a:r>
          </a:p>
          <a:p>
            <a:pPr>
              <a:spcAft>
                <a:spcPts val="1200"/>
              </a:spcAft>
              <a:defRPr sz="1700">
                <a:solidFill>
                  <a:srgbClr val="262D38"/>
                </a:solidFill>
              </a:defRPr>
            </a:pPr>
            <a:r>
              <a:t>Download the final promotion plan CSV.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PromoPilot  |  AI Hackathon Prototype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1F38"/>
                </a:solidFill>
              </a:defRPr>
            </a:pPr>
            <a:r>
              <a:t>What makes it different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9737D"/>
                </a:solidFill>
              </a:defRPr>
            </a:pPr>
            <a:r>
              <a:t>Not a chatbot that suggests a discount — a decision engine with guardrails.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62D38"/>
                </a:solidFill>
              </a:defRPr>
            </a:pPr>
            <a:r>
              <a:t>Constraint-first: infeasible promotions are filtered before recommendation.</a:t>
            </a:r>
          </a:p>
          <a:p>
            <a:pPr>
              <a:spcAft>
                <a:spcPts val="1200"/>
              </a:spcAft>
              <a:defRPr sz="1900">
                <a:solidFill>
                  <a:srgbClr val="262D38"/>
                </a:solidFill>
              </a:defRPr>
            </a:pPr>
            <a:r>
              <a:t>Explainable: every campaign has rationale, confidence and a decision trace.</a:t>
            </a:r>
          </a:p>
          <a:p>
            <a:pPr>
              <a:spcAft>
                <a:spcPts val="1200"/>
              </a:spcAft>
              <a:defRPr sz="1900">
                <a:solidFill>
                  <a:srgbClr val="262D38"/>
                </a:solidFill>
              </a:defRPr>
            </a:pPr>
            <a:r>
              <a:t>Adaptive: the same planner can re-run when budget, margin or inventory constraints change.</a:t>
            </a:r>
          </a:p>
          <a:p>
            <a:pPr>
              <a:spcAft>
                <a:spcPts val="1200"/>
              </a:spcAft>
              <a:defRPr sz="1900">
                <a:solidFill>
                  <a:srgbClr val="262D38"/>
                </a:solidFill>
              </a:defRPr>
            </a:pPr>
            <a:r>
              <a:t>Simulation-first: business users can test downside/upside demand before launch.</a:t>
            </a:r>
          </a:p>
          <a:p>
            <a:pPr>
              <a:spcAft>
                <a:spcPts val="1200"/>
              </a:spcAft>
              <a:defRPr sz="1900">
                <a:solidFill>
                  <a:srgbClr val="262D38"/>
                </a:solidFill>
              </a:defRPr>
            </a:pPr>
            <a:r>
              <a:t>Extensible: replace the deterministic demand model with ML forecasts and connect enterprise data sources.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PromoPilot  |  AI Hackathon Prototype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1F38"/>
                </a:solidFill>
              </a:defRPr>
            </a:pPr>
            <a:r>
              <a:t>Prototype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9737D"/>
                </a:solidFill>
              </a:defRPr>
            </a:pPr>
            <a:r>
              <a:t>Designed to be easy to run, inspect and extend.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62D38"/>
                </a:solidFill>
              </a:defRPr>
            </a:pPr>
            <a:r>
              <a:t>Python + Streamlit — interactive hackathon UI.</a:t>
            </a:r>
          </a:p>
          <a:p>
            <a:pPr>
              <a:spcAft>
                <a:spcPts val="1200"/>
              </a:spcAft>
              <a:defRPr sz="1900">
                <a:solidFill>
                  <a:srgbClr val="262D38"/>
                </a:solidFill>
              </a:defRPr>
            </a:pPr>
            <a:r>
              <a:t>Pandas / NumPy — structured retail data processing.</a:t>
            </a:r>
          </a:p>
          <a:p>
            <a:pPr>
              <a:spcAft>
                <a:spcPts val="1200"/>
              </a:spcAft>
              <a:defRPr sz="1900">
                <a:solidFill>
                  <a:srgbClr val="262D38"/>
                </a:solidFill>
              </a:defRPr>
            </a:pPr>
            <a:r>
              <a:t>Deterministic optimization logic — reproducible and testable baseline.</a:t>
            </a:r>
          </a:p>
          <a:p>
            <a:pPr>
              <a:spcAft>
                <a:spcPts val="1200"/>
              </a:spcAft>
              <a:defRPr sz="1900">
                <a:solidFill>
                  <a:srgbClr val="262D38"/>
                </a:solidFill>
              </a:defRPr>
            </a:pPr>
            <a:r>
              <a:t>CSV export — promotion plan can move into downstream workflows.</a:t>
            </a:r>
          </a:p>
          <a:p>
            <a:pPr>
              <a:spcAft>
                <a:spcPts val="1200"/>
              </a:spcAft>
              <a:defRPr sz="1900">
                <a:solidFill>
                  <a:srgbClr val="262D38"/>
                </a:solidFill>
              </a:defRPr>
            </a:pPr>
            <a:r>
              <a:t>Dockerfile + pytest — portable deployment and basic quality checks.</a:t>
            </a:r>
          </a:p>
          <a:p>
            <a:pPr>
              <a:spcAft>
                <a:spcPts val="1200"/>
              </a:spcAft>
              <a:defRPr sz="1900">
                <a:solidFill>
                  <a:srgbClr val="262D38"/>
                </a:solidFill>
              </a:defRPr>
            </a:pPr>
            <a:r>
              <a:t>Production roadmap: LLM extraction, ML uplift forecasting, ERP/competitor connectors, approval workflow.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PromoPilot  |  AI Hackathon Prototype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Business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011680"/>
            <a:ext cx="1051560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62D38"/>
                </a:solidFill>
              </a:defRPr>
            </a:pPr>
            <a:r>
              <a:rPr dirty="0">
                <a:solidFill>
                  <a:schemeClr val="bg2"/>
                </a:solidFill>
              </a:rPr>
              <a:t>Faster campaign planning with repeatable decision logic.</a:t>
            </a:r>
          </a:p>
          <a:p>
            <a:pPr>
              <a:spcAft>
                <a:spcPts val="1200"/>
              </a:spcAft>
              <a:defRPr sz="2100">
                <a:solidFill>
                  <a:srgbClr val="262D38"/>
                </a:solidFill>
              </a:defRPr>
            </a:pPr>
            <a:r>
              <a:rPr dirty="0">
                <a:solidFill>
                  <a:schemeClr val="bg2"/>
                </a:solidFill>
              </a:rPr>
              <a:t>Lower risk of margin leakage through hard constraints.</a:t>
            </a:r>
          </a:p>
          <a:p>
            <a:pPr>
              <a:spcAft>
                <a:spcPts val="1200"/>
              </a:spcAft>
              <a:defRPr sz="2100">
                <a:solidFill>
                  <a:srgbClr val="262D38"/>
                </a:solidFill>
              </a:defRPr>
            </a:pPr>
            <a:r>
              <a:rPr dirty="0">
                <a:solidFill>
                  <a:schemeClr val="bg2"/>
                </a:solidFill>
              </a:rPr>
              <a:t>Better inventory decisions through explicit clearance objectives.</a:t>
            </a:r>
          </a:p>
          <a:p>
            <a:pPr>
              <a:spcAft>
                <a:spcPts val="1200"/>
              </a:spcAft>
              <a:defRPr sz="2100">
                <a:solidFill>
                  <a:srgbClr val="262D38"/>
                </a:solidFill>
              </a:defRPr>
            </a:pPr>
            <a:r>
              <a:rPr dirty="0">
                <a:solidFill>
                  <a:schemeClr val="bg2"/>
                </a:solidFill>
              </a:rPr>
              <a:t>Transparent recommendations that business teams can challenge and adjust.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PromoPilot  |  AI Hackathon Prototype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1F38"/>
                </a:solidFill>
              </a:defRPr>
            </a:pPr>
            <a:r>
              <a:t>Next 30 / 60 / 90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9737D"/>
                </a:solidFill>
              </a:defRPr>
            </a:pPr>
            <a:r>
              <a:t>From hackathon prototype to production decisioning.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62D38"/>
                </a:solidFill>
              </a:defRPr>
            </a:pPr>
            <a:r>
              <a:t>30 days: connect live inventory and price feeds; add policy/brand-rule ingestion.</a:t>
            </a:r>
          </a:p>
          <a:p>
            <a:pPr>
              <a:spcAft>
                <a:spcPts val="1200"/>
              </a:spcAft>
              <a:defRPr sz="2000">
                <a:solidFill>
                  <a:srgbClr val="262D38"/>
                </a:solidFill>
              </a:defRPr>
            </a:pPr>
            <a:r>
              <a:t>60 days: train demand/uplift models from historical campaigns; add store/geography optimization.</a:t>
            </a:r>
          </a:p>
          <a:p>
            <a:pPr>
              <a:spcAft>
                <a:spcPts val="1200"/>
              </a:spcAft>
              <a:defRPr sz="2000">
                <a:solidFill>
                  <a:srgbClr val="262D38"/>
                </a:solidFill>
              </a:defRPr>
            </a:pPr>
            <a:r>
              <a:t>90 days: closed-loop learning from actual campaign outcomes; approval workflow; monitoring and audit logs.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PromoPilot  |  AI Hackathon Prototype  | 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649</Words>
  <Application>Microsoft Office PowerPoint</Application>
  <PresentationFormat>Widescreen</PresentationFormat>
  <Paragraphs>77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Sai arjigari</cp:lastModifiedBy>
  <cp:revision>2</cp:revision>
  <dcterms:created xsi:type="dcterms:W3CDTF">2013-01-27T09:14:16Z</dcterms:created>
  <dcterms:modified xsi:type="dcterms:W3CDTF">2026-09-29T12:11:04Z</dcterms:modified>
  <cp:category/>
</cp:coreProperties>
</file>